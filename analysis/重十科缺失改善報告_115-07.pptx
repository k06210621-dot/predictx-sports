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重十科作業缺失改善與風險評估報告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115-07 觀音廠缺失說明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缺失項概述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4653"/>
                </a:solidFill>
              </a:rPr>
              <a:t>1. 水煤爐氨水槽區未張貼禁止飲食標示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4653"/>
                </a:solidFill>
              </a:rPr>
              <a:t>2. 戶外爬梯梯頂欄杆未復原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缺失一：水煤爐氨水槽區標示缺失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問題點：特化區域法規認知盲區導致未張貼公告。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改善方案：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立即完成區域警示標示張貼。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實施主管級法規教育訓練。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安環建議（事前賦能）：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建立「區域法規動態對應清單」。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導入即時更新通知機制，將合規責任從被動轉為主動防禦。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6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缺失二：戶外爬梯欄杆未復原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核心風險：人工復原機制易產生人為疏失，巡視成本高且效果邊際遞減。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改善方案：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強化現場人員例行巡視。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報請機務部門加速鎖扣製作與安裝。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管理建議（技術糾錯）：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尋求安環部門協助評估重大工安定義。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評估以「重力自閉式欄杆」取代人員手動復原之物防可行性。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4653"/>
                </a:solidFill>
              </a:rPr>
              <a:t>- 釐清責任等級，優化職安資源配置。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2026-07-11T04:41:43Z</dcterms:created>
  <dcterms:modified xsi:type="dcterms:W3CDTF">2026-07-11T04:41:43Z</dcterms:modified>
</cp:coreProperties>
</file>